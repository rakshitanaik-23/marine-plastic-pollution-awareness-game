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C1D3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GLOBAL HACKATHON | UN SDG 14: LIFE BELOW WATER</a:t>
            </a:r>
          </a:p>
          <a:p>
            <a:pPr algn="ctr">
              <a:defRPr sz="4600" b="1">
                <a:solidFill>
                  <a:srgbClr val="00D2FF"/>
                </a:solidFill>
              </a:defRPr>
            </a:pPr>
            <a:r>
              <a:t>OCEAN GUARDIAN 🐢🌊</a:t>
            </a:r>
          </a:p>
          <a:p>
            <a:pPr algn="ctr">
              <a:defRPr sz="2000" i="1">
                <a:solidFill>
                  <a:srgbClr val="FFD166"/>
                </a:solidFill>
              </a:defRPr>
            </a:pPr>
            <a:r>
              <a:t>“Save the Ocean, One Turtle at a Time.”</a:t>
            </a:r>
          </a:p>
          <a:p>
            <a:pPr algn="ctr">
              <a:defRPr sz="1400">
                <a:solidFill>
                  <a:srgbClr val="A0B4D2"/>
                </a:solidFill>
              </a:defRPr>
            </a:pPr>
            <a:br/>
            <a:r>
              <a:t>A Modern 2D Marine Plastic Pollution Awareness &amp; Educational Arcade Game</a:t>
            </a:r>
            <a:br/>
            <a:r>
              <a:t>Built with HTML5 Canvas, Web Audio API &amp; Java Spring Boot REST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Global Crisis: Marine Plastic Pollution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FF4D6D"/>
                </a:solidFill>
              </a:defRPr>
            </a:pPr>
            <a:r>
              <a:t>⚠️ The Scale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14+ Million Tons</a:t>
            </a:r>
          </a:p>
          <a:p>
            <a:br/>
            <a:pPr>
              <a:defRPr sz="1300">
                <a:solidFill>
                  <a:srgbClr val="A0B4D2"/>
                </a:solidFill>
              </a:defRPr>
            </a:pPr>
            <a:r>
              <a:t>Over 14 million metric tons of plastic enter our oceans annually, making up 80% of all marine debris from coastlines to deep ocean trenches.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FFD166"/>
                </a:solidFill>
              </a:defRPr>
            </a:pPr>
            <a:r>
              <a:t>🐢 Endangered Wildlife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100,000+ Deaths</a:t>
            </a:r>
          </a:p>
          <a:p>
            <a:br/>
            <a:pPr>
              <a:defRPr sz="1300">
                <a:solidFill>
                  <a:srgbClr val="A0B4D2"/>
                </a:solidFill>
              </a:defRPr>
            </a:pPr>
            <a:r>
              <a:t>Sea turtles mistake floating plastic bags for jellyfish. Over 100,000 marine mammals and 1M seabirds die each year from plastic ingestion and entanglement.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⏱️ The Longevity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450+ Years</a:t>
            </a:r>
          </a:p>
          <a:p>
            <a:br/>
            <a:pPr>
              <a:defRPr sz="1300">
                <a:solidFill>
                  <a:srgbClr val="A0B4D2"/>
                </a:solidFill>
              </a:defRPr>
            </a:pPr>
            <a:r>
              <a:t>A single PET plastic bottle takes up to 450 years to break down into toxic microplastics that bioaccumulate throughout the global food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Gamified Environmental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🎮 Experiential Empathy</a:t>
            </a:r>
          </a:p>
          <a:p>
            <a:pPr>
              <a:defRPr sz="1300">
                <a:solidFill>
                  <a:srgbClr val="A0B4D2"/>
                </a:solidFill>
              </a:defRPr>
            </a:pPr>
            <a:r>
              <a:t>Puts players directly in the role of an endangered sea turtle fighting for survival in an increasingly hostile ocean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🔍 Plastic vs. Food Differentiation</a:t>
            </a:r>
          </a:p>
          <a:p>
            <a:pPr>
              <a:defRPr sz="1300">
                <a:solidFill>
                  <a:srgbClr val="A0B4D2"/>
                </a:solidFill>
              </a:defRPr>
            </a:pPr>
            <a:r>
              <a:t>Teaches players how easily marine creatures mistake transparent bags and wrappers for essential food like jellyfish and algae.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🌊 Dynamic Environmental Feedback</a:t>
            </a:r>
          </a:p>
          <a:p>
            <a:pPr>
              <a:defRPr sz="1300">
                <a:solidFill>
                  <a:srgbClr val="A0B4D2"/>
                </a:solidFill>
              </a:defRPr>
            </a:pPr>
            <a:r>
              <a:t>Visually degrades the ocean ecosystem in real time—transitioning from pristine blue reefs to toxic industrial sludge.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💡 Measurable Awareness Impact</a:t>
            </a:r>
          </a:p>
          <a:p>
            <a:pPr>
              <a:defRPr sz="1300">
                <a:solidFill>
                  <a:srgbClr val="A0B4D2"/>
                </a:solidFill>
              </a:defRPr>
            </a:pPr>
            <a:r>
              <a:t>Features actionable SDG 14 environmental facts and single-use plastic reduction principles embedded into every gameplay transition.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Game Mechanics &amp; Hazard Interactions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🐟 Healthy Food Items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+10 Points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Jellyfish, Coral Fish &amp; Kelp Pods</a:t>
            </a:r>
          </a:p>
          <a:p>
            <a:br/>
            <a:pPr>
              <a:defRPr sz="1150">
                <a:solidFill>
                  <a:srgbClr val="A0B4D2"/>
                </a:solidFill>
              </a:defRPr>
            </a:pPr>
            <a:r>
              <a:t>Collecting nutritious food triggers joyful audio chimes and particle sparkle bursts. Helps hit early level completion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FF4D6D"/>
                </a:solidFill>
              </a:defRPr>
            </a:pPr>
            <a:r>
              <a:t>🧴 Plastic Debris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 Life (Heart)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Bottles, Bags, Wrappers, Cans</a:t>
            </a:r>
          </a:p>
          <a:p>
            <a:br/>
            <a:pPr>
              <a:defRPr sz="1150">
                <a:solidFill>
                  <a:srgbClr val="A0B4D2"/>
                </a:solidFill>
              </a:defRPr>
            </a:pPr>
            <a:r>
              <a:t>Colliding with plastic triggers a hollow impact thud, screen shake, red flash, and 1.4s invulnerability blinking.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39FF14"/>
                </a:solidFill>
              </a:defRPr>
            </a:pPr>
            <a:r>
              <a:t>☣️ Toxic Waste Barrels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-2 Lives (Hearts)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Industrial Radioactive Drums</a:t>
            </a:r>
          </a:p>
          <a:p>
            <a:br/>
            <a:pPr>
              <a:defRPr sz="1150">
                <a:solidFill>
                  <a:srgbClr val="A0B4D2"/>
                </a:solidFill>
              </a:defRPr>
            </a:pPr>
            <a:r>
              <a:t>Introduced in Levels 4 &amp; 5. Emits a pulsing neon green glow, toxic drip trail, and catastrophic double damage.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FFD166"/>
                </a:solidFill>
              </a:defRPr>
            </a:pPr>
            <a:r>
              <a:t>❤️ 3-Heart Health System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Max 3 Lives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HUD Display: ❤️❤️❤️</a:t>
            </a:r>
          </a:p>
          <a:p>
            <a:br/>
            <a:pPr>
              <a:defRPr sz="1150">
                <a:solidFill>
                  <a:srgbClr val="A0B4D2"/>
                </a:solidFill>
              </a:defRPr>
            </a:pPr>
            <a:r>
              <a:t>Health reaching 0 triggers Game Over with environmental awareness reflection. Surviving all 5 levels crowns the Ocean Guardian.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5-Level Progressive Duration System (5 Minutes Max)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Level 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Clean Waters</a:t>
            </a:r>
          </a:p>
          <a:p>
            <a:pPr>
              <a:defRPr sz="1100">
                <a:solidFill>
                  <a:srgbClr val="FFD166"/>
                </a:solidFill>
              </a:defRPr>
            </a:pPr>
            <a:r>
              <a:t>🎯 0–100 pts</a:t>
            </a:r>
            <a:br/>
            <a:r>
              <a:t>⏱️ 60s Timer</a:t>
            </a:r>
            <a:br/>
            <a:r>
              <a:t>⚡ Easy</a:t>
            </a:r>
          </a:p>
          <a:p>
            <a:br/>
            <a:pPr>
              <a:defRPr sz="1100">
                <a:solidFill>
                  <a:srgbClr val="A0B4D2"/>
                </a:solidFill>
              </a:defRPr>
            </a:pPr>
            <a:r>
              <a:t>Few plastic bottles, slow drift, abundant food, bright blue ocean.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645920"/>
            <a:ext cx="205740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Level 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Rising Pollution</a:t>
            </a:r>
          </a:p>
          <a:p>
            <a:pPr>
              <a:defRPr sz="1100">
                <a:solidFill>
                  <a:srgbClr val="FFD166"/>
                </a:solidFill>
              </a:defRPr>
            </a:pPr>
            <a:r>
              <a:t>🎯 101–250 pts</a:t>
            </a:r>
            <a:br/>
            <a:r>
              <a:t>⏱️ 60s Timer</a:t>
            </a:r>
            <a:br/>
            <a:r>
              <a:t>⚡ Medium</a:t>
            </a:r>
          </a:p>
          <a:p>
            <a:br/>
            <a:pPr>
              <a:defRPr sz="1100">
                <a:solidFill>
                  <a:srgbClr val="A0B4D2"/>
                </a:solidFill>
              </a:defRPr>
            </a:pPr>
            <a:r>
              <a:t>Bottles &amp; bags, faster movement, slightly murky waters.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645920"/>
            <a:ext cx="205740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300" b="1">
                <a:solidFill>
                  <a:srgbClr val="FFD166"/>
                </a:solidFill>
              </a:defRPr>
            </a:pPr>
            <a:r>
              <a:t>Level 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Plastic Storm</a:t>
            </a:r>
          </a:p>
          <a:p>
            <a:pPr>
              <a:defRPr sz="1100">
                <a:solidFill>
                  <a:srgbClr val="FFD166"/>
                </a:solidFill>
              </a:defRPr>
            </a:pPr>
            <a:r>
              <a:t>🎯 251–450 pts</a:t>
            </a:r>
            <a:br/>
            <a:r>
              <a:t>⏱️ 60s Timer</a:t>
            </a:r>
            <a:br/>
            <a:r>
              <a:t>⚡ Hard</a:t>
            </a:r>
          </a:p>
          <a:p>
            <a:br/>
            <a:pPr>
              <a:defRPr sz="1100">
                <a:solidFill>
                  <a:srgbClr val="A0B4D2"/>
                </a:solidFill>
              </a:defRPr>
            </a:pPr>
            <a:r>
              <a:t>Wrappers, cans, 6-pack rings, surging plastic debris waves.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1645920"/>
            <a:ext cx="205740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300" b="1">
                <a:solidFill>
                  <a:srgbClr val="FF4D6D"/>
                </a:solidFill>
              </a:defRPr>
            </a:pPr>
            <a:r>
              <a:t>Level 4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Toxic Ocean</a:t>
            </a:r>
          </a:p>
          <a:p>
            <a:pPr>
              <a:defRPr sz="1100">
                <a:solidFill>
                  <a:srgbClr val="FFD166"/>
                </a:solidFill>
              </a:defRPr>
            </a:pPr>
            <a:r>
              <a:t>🎯 451–700 pts</a:t>
            </a:r>
            <a:br/>
            <a:r>
              <a:t>⏱️ 60s Timer</a:t>
            </a:r>
            <a:br/>
            <a:r>
              <a:t>⚡ Very Hard</a:t>
            </a:r>
          </a:p>
          <a:p>
            <a:br/>
            <a:pPr>
              <a:defRPr sz="1100">
                <a:solidFill>
                  <a:srgbClr val="A0B4D2"/>
                </a:solidFill>
              </a:defRPr>
            </a:pPr>
            <a:r>
              <a:t>Toxic waste barrels (-2 ❤️), dark violet sludge, dead corals.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645920"/>
            <a:ext cx="2057400" cy="4389120"/>
          </a:xfrm>
          <a:prstGeom prst="roundRect">
            <a:avLst/>
          </a:prstGeom>
          <a:solidFill>
            <a:srgbClr val="0C1D3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Level 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Ocean Guardian</a:t>
            </a:r>
          </a:p>
          <a:p>
            <a:pPr>
              <a:defRPr sz="1100">
                <a:solidFill>
                  <a:srgbClr val="FFD166"/>
                </a:solidFill>
              </a:defRPr>
            </a:pPr>
            <a:r>
              <a:t>🎯 701+ pts</a:t>
            </a:r>
            <a:br/>
            <a:r>
              <a:t>⏱️ 60s Timer</a:t>
            </a:r>
            <a:br/>
            <a:r>
              <a:t>⚡ Extreme</a:t>
            </a:r>
          </a:p>
          <a:p>
            <a:br/>
            <a:pPr>
              <a:defRPr sz="1100">
                <a:solidFill>
                  <a:srgbClr val="A0B4D2"/>
                </a:solidFill>
              </a:defRPr>
            </a:pPr>
            <a:r>
              <a:t>Max plastic density, toxic sludge, final survival challenge.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Progression &amp; Procedural Audio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🎨 Dynamic Atmospheric Shaders</a:t>
            </a:r>
          </a:p>
          <a:p>
            <a:br/>
            <a:pPr>
              <a:defRPr sz="1250">
                <a:solidFill>
                  <a:srgbClr val="A0B4D2"/>
                </a:solidFill>
              </a:defRPr>
            </a:pPr>
            <a:r>
              <a:t>• Level 1: Crystal-clear turquoise water with sunbeams filtering down and vibrant blooming corals.</a:t>
            </a:r>
            <a:br/>
            <a:r>
              <a:t>• Level 2: Slightly desaturated teal waters with suspended dust particles.</a:t>
            </a:r>
            <a:br/>
            <a:r>
              <a:t>• Level 3: Gray-green polluted waters, microplastic particulate haze, and bleached corals.</a:t>
            </a:r>
            <a:br/>
            <a:r>
              <a:t>• Levels 4-5: Toxic violet-sludge abyss with zero sunlight, dead reefs, and glowing radioactive barrels.</a:t>
            </a:r>
            <a:br/>
            <a:r>
              <a:t>• 100% Procedural Vector Rendering: Crisp high-DPI graphics on any screen with zero image asset loading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🔊 Procedural Web Audio Engine</a:t>
            </a:r>
          </a:p>
          <a:p>
            <a:br/>
            <a:pPr>
              <a:defRPr sz="1250">
                <a:solidFill>
                  <a:srgbClr val="A0B4D2"/>
                </a:solidFill>
              </a:defRPr>
            </a:pPr>
            <a:r>
              <a:t>• Zero External Audio Dependencies: Built entirely on the native HTML5 Web Audio API.</a:t>
            </a:r>
            <a:br/>
            <a:r>
              <a:t>• Melodic Chimes: 4-note ascending C-major arpeggio on food collection.</a:t>
            </a:r>
            <a:br/>
            <a:r>
              <a:t>• Plastic Collision Thud: Sub-bass square wave combined with bandpassed white noise crack.</a:t>
            </a:r>
            <a:br/>
            <a:r>
              <a:t>• Toxic Hazard Alarm: Dual-sawtooth dissonance with sizzling high-pass noise.</a:t>
            </a:r>
            <a:br/>
            <a:r>
              <a:t>• Dynamic Fanfares: Countdown beeps (3-2-1-GO!), Level Complete chords, and Victory Fanfare.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Frontend Client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HTML5, CSS3, JavaScript ES6+</a:t>
            </a:r>
          </a:p>
          <a:p>
            <a:pPr>
              <a:defRPr sz="1150">
                <a:solidFill>
                  <a:srgbClr val="A0B4D2"/>
                </a:solidFill>
              </a:defRPr>
            </a:pPr>
            <a:r>
              <a:t>HTML5 Canvas 2D API for 60 FPS rendering, CSS glassmorphism, responsive 16:9 aspect ratio locking.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Audio Synthesizer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Web Audio API (Oscillators &amp; Noise)</a:t>
            </a:r>
          </a:p>
          <a:p>
            <a:pPr>
              <a:defRPr sz="1150">
                <a:solidFill>
                  <a:srgbClr val="A0B4D2"/>
                </a:solidFill>
              </a:defRPr>
            </a:pPr>
            <a:r>
              <a:t>Procedural real-time sound generation without requiring external MP3/WAV files. Works completely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FFD166"/>
                </a:solidFill>
              </a:defRPr>
            </a:pPr>
            <a:r>
              <a:t>Java REST Backend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Java 11+ &amp; Spring Boot REST API</a:t>
            </a:r>
          </a:p>
          <a:p>
            <a:pPr>
              <a:defRPr sz="1150">
                <a:solidFill>
                  <a:srgbClr val="A0B4D2"/>
                </a:solidFill>
              </a:defRPr>
            </a:pPr>
            <a:r>
              <a:t>Lightweight HTTP server providing /api/scores, /api/sdg-facts, and static asset serving on port 8080.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0C1D3D"/>
          </a:solidFill>
          <a:ln>
            <a:solidFill>
              <a:srgbClr val="183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FF4D6D"/>
                </a:solidFill>
              </a:defRPr>
            </a:pPr>
            <a:r>
              <a:t>Hybrid Persistence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REST API + LocalStorage Fallback</a:t>
            </a:r>
          </a:p>
          <a:p>
            <a:pPr>
              <a:defRPr sz="1150">
                <a:solidFill>
                  <a:srgbClr val="A0B4D2"/>
                </a:solidFill>
              </a:defRPr>
            </a:pPr>
            <a:r>
              <a:t>Dual-mode persistence ensures scores and leaderboard always save even when running purely offline in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SDG 14: LIFE BELOW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Impact, Demo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48495" cy="4663440"/>
          </a:xfrm>
          <a:prstGeom prst="roundRect">
            <a:avLst/>
          </a:prstGeom>
          <a:solidFill>
            <a:srgbClr val="0C1D3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defRPr sz="2800" b="1">
                <a:solidFill>
                  <a:srgbClr val="FFD166"/>
                </a:solidFill>
              </a:defRPr>
            </a:pPr>
            <a:r>
              <a:t>🌊 BECOME AN OCEAN GUARDIAN 🐢</a:t>
            </a:r>
          </a:p>
          <a:p>
            <a:pPr algn="ctr">
              <a:defRPr sz="1600" i="1">
                <a:solidFill>
                  <a:srgbClr val="FFFFFF"/>
                </a:solidFill>
              </a:defRPr>
            </a:pPr>
            <a:r>
              <a:t>“Every piece of plastic we prevent from reaching the ocean can make a difference.”</a:t>
            </a:r>
          </a:p>
          <a:p>
            <a:br/>
            <a:pPr>
              <a:defRPr sz="1300">
                <a:solidFill>
                  <a:srgbClr val="A0B4D2"/>
                </a:solidFill>
              </a:defRPr>
            </a:pPr>
            <a:r>
              <a:t>✅ Fully Playable 2D Web Game: 5 progressive levels, 60s countdown timer, 3-2-1-GO transitions.</a:t>
            </a:r>
            <a:br/>
            <a:r>
              <a:t>✅ Dual Architecture: Runs standalone in any browser (index.html) or with Java Server (http://localhost:8080).</a:t>
            </a:r>
            <a:br/>
            <a:r>
              <a:t>✅ Zero Dependencies: Procedural vector graphics and Web Audio API synthesizer.</a:t>
            </a:r>
            <a:br/>
            <a:r>
              <a:t>✅ SDG 14 Impact: Educational problem, solution, impact cards and interactive high-score leaderboard.</a:t>
            </a:r>
            <a:br/>
          </a:p>
          <a:p>
            <a:pPr algn="ctr">
              <a:defRPr sz="1800" b="1">
                <a:solidFill>
                  <a:srgbClr val="00D2FF"/>
                </a:solidFill>
              </a:defRPr>
            </a:pPr>
            <a:r>
              <a:t>Thank You! | Live Demo: http://localhost:8080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